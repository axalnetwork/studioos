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Title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400" b="0" i="0">
                <a:solidFill>
                  <a:srgbClr val="7C3AED"/>
                </a:solidFill>
              </a:rPr>
              <a:t>I am exhausted today</a:t>
            </a:r>
          </a:p>
        </p:txBody>
      </p:sp>
      <p:sp>
        <p:nvSpPr>
          <p:cNvPr id="4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I am exhausted today</a:t>
            </a:r>
          </a:p>
        </p:txBody>
      </p:sp>
      <p:sp>
        <p:nvSpPr>
          <p:cNvPr id="5" name="tagline"/>
          <p:cNvSpPr/>
          <p:nvPr/>
        </p:nvSpPr>
        <p:spPr>
          <a:xfrm>
            <a:off x="457200" y="2286000"/>
            <a:ext cx="11247120" cy="45720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800" b="0" i="0">
                <a:solidFill>
                  <a:srgbClr val="7C3AED"/>
                </a:solidFill>
              </a:rPr>
              <a:t>—</a:t>
            </a:r>
          </a:p>
        </p:txBody>
      </p:sp>
      <p:sp>
        <p:nvSpPr>
          <p:cNvPr id="6" name="intro"/>
          <p:cNvSpPr/>
          <p:nvPr/>
        </p:nvSpPr>
        <p:spPr>
          <a:xfrm>
            <a:off x="457200" y="283464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600" b="0" i="0">
                <a:solidFill>
                  <a:srgbClr val="334155"/>
                </a:solidFill>
              </a:rPr>
              <a:t>I will work for myself</a:t>
            </a:r>
          </a:p>
        </p:txBody>
      </p:sp>
      <p:sp>
        <p:nvSpPr>
          <p:cNvPr id="7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8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1 / 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Problem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story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600" b="0" i="0">
                <a:solidFill>
                  <a:srgbClr val="334155"/>
                </a:solidFill>
              </a:rPr>
              <a:t>—</a:t>
            </a:r>
          </a:p>
        </p:txBody>
      </p:sp>
      <p:sp>
        <p:nvSpPr>
          <p:cNvPr id="5" name="pains"/>
          <p:cNvSpPr/>
          <p:nvPr/>
        </p:nvSpPr>
        <p:spPr>
          <a:xfrm>
            <a:off x="457200" y="278892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7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2 / 12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Solution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story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600" b="0" i="0">
                <a:solidFill>
                  <a:srgbClr val="334155"/>
                </a:solidFill>
              </a:rPr>
              <a:t>I will work for myself</a:t>
            </a:r>
          </a:p>
        </p:txBody>
      </p:sp>
      <p:sp>
        <p:nvSpPr>
          <p:cNvPr id="5" name="features"/>
          <p:cNvSpPr/>
          <p:nvPr/>
        </p:nvSpPr>
        <p:spPr>
          <a:xfrm>
            <a:off x="457200" y="278892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7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3 / 12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Live demo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story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600" b="0" i="0">
                <a:solidFill>
                  <a:srgbClr val="334155"/>
                </a:solidFill>
              </a:rPr>
              <a:t>I will work for myself</a:t>
            </a:r>
          </a:p>
        </p:txBody>
      </p:sp>
      <p:sp>
        <p:nvSpPr>
          <p:cNvPr id="5" name="features"/>
          <p:cNvSpPr/>
          <p:nvPr/>
        </p:nvSpPr>
        <p:spPr>
          <a:xfrm>
            <a:off x="457200" y="278892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7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4 / 12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Market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drivers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5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6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5 / 12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Traction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proof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5" name="quote"/>
          <p:cNvSpPr/>
          <p:nvPr/>
        </p:nvSpPr>
        <p:spPr>
          <a:xfrm>
            <a:off x="457200" y="278892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800" b="0" i="1">
                <a:solidFill>
                  <a:srgbClr val="475569"/>
                </a:solidFill>
              </a:rPr>
              <a:t>"—"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7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6 / 12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Business model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story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600" b="0" i="0">
                <a:solidFill>
                  <a:srgbClr val="334155"/>
                </a:solidFill>
              </a:rPr>
              <a:t>—</a:t>
            </a:r>
          </a:p>
        </p:txBody>
      </p:sp>
      <p:sp>
        <p:nvSpPr>
          <p:cNvPr id="5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6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7 / 12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Go-to-market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channels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5" name="motion"/>
          <p:cNvSpPr/>
          <p:nvPr/>
        </p:nvSpPr>
        <p:spPr>
          <a:xfrm>
            <a:off x="457200" y="278892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7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8 / 12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Competition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landscape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5" name="moat"/>
          <p:cNvSpPr/>
          <p:nvPr/>
        </p:nvSpPr>
        <p:spPr>
          <a:xfrm>
            <a:off x="457200" y="278892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600" b="0" i="0">
                <a:solidFill>
                  <a:srgbClr val="334155"/>
                </a:solidFill>
              </a:rPr>
              <a:t>—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7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9 / 12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Team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founders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5" name="plan"/>
          <p:cNvSpPr/>
          <p:nvPr/>
        </p:nvSpPr>
        <p:spPr>
          <a:xfrm>
            <a:off x="457200" y="278892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7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10 / 12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Ask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4" name="use_of_funds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pPr>
              <a:buChar char="▸"/>
            </a:pPr>
            <a:r>
              <a:rPr lang="en-US" sz="1600" b="0" i="0">
                <a:solidFill>
                  <a:srgbClr val="1F2937"/>
                </a:solidFill>
              </a:rPr>
              <a:t>  —</a:t>
            </a:r>
          </a:p>
        </p:txBody>
      </p:sp>
      <p:sp>
        <p:nvSpPr>
          <p:cNvPr id="5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6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11 / 12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11247120" cy="7315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000" b="1" i="0">
                <a:solidFill>
                  <a:srgbClr val="0F172A"/>
                </a:solidFill>
              </a:rPr>
              <a:t>Thank you</a:t>
            </a:r>
          </a:p>
        </p:txBody>
      </p:sp>
      <p:sp>
        <p:nvSpPr>
          <p:cNvPr id="3" name="headline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3600" b="1" i="0">
                <a:solidFill>
                  <a:srgbClr val="0F172A"/>
                </a:solidFill>
              </a:rPr>
              <a:t>I am exhausted today</a:t>
            </a:r>
          </a:p>
        </p:txBody>
      </p:sp>
      <p:sp>
        <p:nvSpPr>
          <p:cNvPr id="4" name="cta"/>
          <p:cNvSpPr/>
          <p:nvPr/>
        </p:nvSpPr>
        <p:spPr>
          <a:xfrm>
            <a:off x="457200" y="2286000"/>
            <a:ext cx="11247120" cy="45720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800" b="0" i="0">
                <a:solidFill>
                  <a:srgbClr val="7C3AED"/>
                </a:solidFill>
              </a:rPr>
              <a:t>—</a:t>
            </a:r>
          </a:p>
        </p:txBody>
      </p:sp>
      <p:sp>
        <p:nvSpPr>
          <p:cNvPr id="5" name="contact"/>
          <p:cNvSpPr/>
          <p:nvPr/>
        </p:nvSpPr>
        <p:spPr>
          <a:xfrm>
            <a:off x="457200" y="2834640"/>
            <a:ext cx="11247120" cy="41148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600" b="0" i="0">
                <a:solidFill>
                  <a:srgbClr val="334155"/>
                </a:solidFill>
              </a:rPr>
              <a:t>—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Built with Axal VC · axal.vc</a:t>
            </a:r>
          </a:p>
        </p:txBody>
      </p:sp>
      <p:sp>
        <p:nvSpPr>
          <p:cNvPr id="7" name="PageNo"/>
          <p:cNvSpPr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</p:spPr>
        <p:txBody>
          <a:bodyPr wrap="square" rtlCol="0" anchor="t"/>
          <a:lstStyle/>
          <a:p>
            <a:r>
              <a:rPr lang="en-US" sz="1000" b="0" i="0">
                <a:solidFill>
                  <a:srgbClr val="94A3B8"/>
                </a:solidFill>
              </a:rPr>
              <a:t>12 / 12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7C3AED"/>
      </a:accent1>
      <a:accent2>
        <a:srgbClr val="A78BFA"/>
      </a:accent2>
      <a:accent3>
        <a:srgbClr val="C4B5FD"/>
      </a:accent3>
      <a:accent4>
        <a:srgbClr val="EDE9FE"/>
      </a:accent4>
      <a:accent5>
        <a:srgbClr val="6D28D9"/>
      </a:accent5>
      <a:accent6>
        <a:srgbClr val="4C1D95"/>
      </a:accent6>
      <a:hlink>
        <a:srgbClr val="2563EB"/>
      </a:hlink>
      <a:folHlink>
        <a:srgbClr val="6D28D9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